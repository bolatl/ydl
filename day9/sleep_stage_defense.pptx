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57200"/>
            <a:ext cx="3200400" cy="5943600"/>
          </a:xfrm>
          <a:prstGeom prst="roundRect">
            <a:avLst>
              <a:gd name="adj" fmla="val 4000"/>
            </a:avLst>
          </a:prstGeom>
          <a:solidFill>
            <a:srgbClr val="26335C"/>
          </a:solidFill>
          <a:ln w="19050">
            <a:solidFill>
              <a:srgbClr val="3B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283464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B6C1D6"/>
                </a:solidFill>
                <a:latin typeface="Calibri"/>
              </a:rPr>
              <a:t>MY RESULT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CC33"/>
                </a:solidFill>
                <a:latin typeface="Calibri"/>
              </a:rPr>
              <a:t>0.85456</a:t>
            </a:r>
          </a:p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1200" b="0">
                <a:solidFill>
                  <a:srgbClr val="8A97B2"/>
                </a:solidFill>
                <a:latin typeface="Calibri"/>
              </a:rPr>
              <a:t>macro-F1  (Kaggle LB)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5C7A"/>
                </a:solidFill>
                <a:latin typeface="Calibri"/>
              </a:rPr>
              <a:t>#__</a:t>
            </a:r>
          </a:p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1200" b="0">
                <a:solidFill>
                  <a:srgbClr val="8A97B2"/>
                </a:solidFill>
                <a:latin typeface="Calibri"/>
              </a:rPr>
              <a:t>leaderboard rank  (fill in)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D9B0"/>
                </a:solidFill>
                <a:latin typeface="Calibri"/>
              </a:rPr>
              <a:t>__</a:t>
            </a:r>
          </a:p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sz="1200" b="0">
                <a:solidFill>
                  <a:srgbClr val="8A97B2"/>
                </a:solidFill>
                <a:latin typeface="Calibri"/>
              </a:rPr>
              <a:t>submissions  (fill in)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7B2"/>
                </a:solidFill>
                <a:latin typeface="Calibri"/>
              </a:rPr>
              <a:t>Leader: 0.857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5029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C33"/>
                </a:solidFill>
                <a:latin typeface="Calibri"/>
              </a:rPr>
              <a:t>Tuned RBF-SVM  +  iterative imputation of a 50%-missing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600200"/>
            <a:ext cx="7863840" cy="86868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15240">
            <a:solidFill>
              <a:srgbClr val="3B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9080" y="1664208"/>
            <a:ext cx="7498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Pipeline:   IterativeImputer(BayesianRidge)  →  StandardScaler  →  SVC(rbf, C=12, γ=0.012)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697480"/>
            <a:ext cx="3794760" cy="246888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19050">
            <a:solidFill>
              <a:srgbClr val="2ED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2834640"/>
            <a:ext cx="34747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2ED47A"/>
                </a:solidFill>
                <a:latin typeface="Calibri"/>
              </a:rPr>
              <a:t>Why RBF-SVM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• Kernel draws smooth, curved boundaries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• Beat 5 other families (trees, kNN, linear)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• Handles the overlapping middle class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  better than axis-aligned trees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• Grid-tuned C &amp; γ (already at optimum)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697480"/>
            <a:ext cx="3794760" cy="246888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19050">
            <a:solidFill>
              <a:srgbClr val="FFC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834640"/>
            <a:ext cx="347472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FCC33"/>
                </a:solidFill>
                <a:latin typeface="Calibri"/>
              </a:rPr>
              <a:t>The breakthrough ★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• eog_burst_index was 50% missing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• We PREDICT it from the other 20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  features (not median-fill)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• Refit inside each CV fold (no leak)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D9B0"/>
                </a:solidFill>
                <a:latin typeface="Calibri"/>
              </a:rPr>
              <a:t>• +0.016 LB — validated p = 2e-11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5897880"/>
            <a:ext cx="7863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7B2"/>
                </a:solidFill>
                <a:latin typeface="Calibri"/>
              </a:rPr>
              <a:t>eog_burst_index = bursts of rapid eye movements — a key marker of REM sleep, so recovering it sharpens the hardest class boundaries.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Path of Experiments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97B2"/>
                </a:solidFill>
                <a:latin typeface="Calibri"/>
              </a:rPr>
              <a:t>every step validated under one fixed CV protocol; scores are macro-F1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34440"/>
            <a:ext cx="2160361" cy="461772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7940">
            <a:solidFill>
              <a:srgbClr val="3B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344168"/>
            <a:ext cx="194090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1 · Baseline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6 model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377440"/>
            <a:ext cx="194090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EDA: 21 features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50% NaN in eog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median impute + scale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LogReg / kNN / RF /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HistGBM / CatBoost / SVM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→ SVM 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5212080"/>
            <a:ext cx="205063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B6C1D6"/>
                </a:solidFill>
                <a:latin typeface="Calibri"/>
              </a:rPr>
              <a:t>0.832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5265" y="336042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CC33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0713" y="1234440"/>
            <a:ext cx="2160361" cy="461772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7940">
            <a:solidFill>
              <a:srgbClr val="2ED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0441" y="1344168"/>
            <a:ext cx="194090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2 · ★ Breakthrough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Iterative imputation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0441" y="2377440"/>
            <a:ext cx="194090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predict eog_burst_index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from the other 20 feats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(BayesianRidge, per fold)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SVM 0.832 → 0.842 CV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paired t-test p=2e-11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LB 0.839 → 0.855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5577" y="5212080"/>
            <a:ext cx="205063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ED47A"/>
                </a:solidFill>
                <a:latin typeface="Calibri"/>
              </a:rPr>
              <a:t>0.85456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218" y="336042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CC33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5666" y="1234440"/>
            <a:ext cx="2160361" cy="461772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7940">
            <a:solidFill>
              <a:srgbClr val="E55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5394" y="1344168"/>
            <a:ext cx="194090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3 · ⚠ Ensemble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SVM + CatBoost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5394" y="2377440"/>
            <a:ext cx="194090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soft-vote, iter-impute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CV 0.845 — looked better!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but gain was INSIDE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the ±0.008 noise band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❌ Lesson: don't trust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sub-noise CV gains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0530" y="5212080"/>
            <a:ext cx="205063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585D"/>
                </a:solidFill>
                <a:latin typeface="Calibri"/>
              </a:rPr>
              <a:t>0.847 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171" y="336042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CC33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0619" y="1234440"/>
            <a:ext cx="2160361" cy="461772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7940">
            <a:solidFill>
              <a:srgbClr val="E55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0347" y="1344168"/>
            <a:ext cx="194090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4 · Squeeze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attempts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0347" y="2377440"/>
            <a:ext cx="194090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multi-imputation  0.853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pre-scale impute  0.854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semi-supervised (test rows)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class_weight, thresholds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feature selection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→ all flat / below anchor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5483" y="5212080"/>
            <a:ext cx="205063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5585D"/>
                </a:solidFill>
                <a:latin typeface="Calibri"/>
              </a:rPr>
              <a:t>≤ 0.855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0124" y="3360420"/>
            <a:ext cx="274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CC33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5572" y="1234440"/>
            <a:ext cx="2160361" cy="4617720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7940">
            <a:solidFill>
              <a:srgbClr val="2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5300" y="1344168"/>
            <a:ext cx="194090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5 · Ceiling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proven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5300" y="2377440"/>
            <a:ext cx="194090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imputation R²=0.874 (maxed)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data shuffled → no time signal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701 rows ALL models miss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class 2 truly overlaps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0.855 = Bayes limit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B6C1D6"/>
                </a:solidFill>
                <a:latin typeface="Calibri"/>
              </a:rPr>
              <a:t>(not where we gave up)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436" y="5212080"/>
            <a:ext cx="205063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BD9B0"/>
                </a:solidFill>
                <a:latin typeface="Calibri"/>
              </a:rPr>
              <a:t>0.855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8A97B2"/>
                </a:solidFill>
                <a:latin typeface="Calibri"/>
              </a:rPr>
              <a:t>Takeaway: the model was never the lever — recovering one half-missing feature was. Everything after that hit the data's ceiling.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Learnings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A97B2"/>
                </a:solidFill>
                <a:latin typeface="Calibri"/>
              </a:rPr>
              <a:t>three lessons that decided this competition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74552" cy="1572768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0320">
            <a:solidFill>
              <a:srgbClr val="FFC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63624"/>
            <a:ext cx="1188720" cy="1188720"/>
          </a:xfrm>
          <a:prstGeom prst="roundRect">
            <a:avLst>
              <a:gd name="adj" fmla="val 4000"/>
            </a:avLst>
          </a:prstGeom>
          <a:solidFill>
            <a:srgbClr val="14203F"/>
          </a:solidFill>
          <a:ln w="25400">
            <a:solidFill>
              <a:srgbClr val="FFCC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CC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536192"/>
            <a:ext cx="941832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Fix the data before the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One 50%-missing feature was worth more than every model and hyperparameter choice combined. Iterative imputation alone moved the LB +0.016 (0.839 → 0.855).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54096"/>
            <a:ext cx="11274552" cy="1572768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032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1188720" cy="1188720"/>
          </a:xfrm>
          <a:prstGeom prst="roundRect">
            <a:avLst>
              <a:gd name="adj" fmla="val 4000"/>
            </a:avLst>
          </a:prstGeom>
          <a:solidFill>
            <a:srgbClr val="14203F"/>
          </a:solidFill>
          <a:ln w="254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5C7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18688"/>
            <a:ext cx="941832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Sub-noise gains are traps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The 'better' SVM+CatBoost ensemble (CV 0.845) LOST on the leaderboard (0.847 vs 0.855). We learned to demand a gain bigger than the ±0.008 fold noise, proven with a paired t-test — not a prettier CV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36592"/>
            <a:ext cx="11274552" cy="1572768"/>
          </a:xfrm>
          <a:prstGeom prst="roundRect">
            <a:avLst>
              <a:gd name="adj" fmla="val 4000"/>
            </a:avLst>
          </a:prstGeom>
          <a:solidFill>
            <a:srgbClr val="1E2C52"/>
          </a:solidFill>
          <a:ln w="20320">
            <a:solidFill>
              <a:srgbClr val="2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4928616"/>
            <a:ext cx="1188720" cy="1188720"/>
          </a:xfrm>
          <a:prstGeom prst="roundRect">
            <a:avLst>
              <a:gd name="adj" fmla="val 4000"/>
            </a:avLst>
          </a:prstGeom>
          <a:solidFill>
            <a:srgbClr val="14203F"/>
          </a:solidFill>
          <a:ln w="25400">
            <a:solidFill>
              <a:srgbClr val="2B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2BD9B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901184"/>
            <a:ext cx="941832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Know when you've hit the ceiling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B6C1D6"/>
                </a:solidFill>
                <a:latin typeface="Calibri"/>
              </a:rPr>
              <a:t>We proved 0.855 is the Bayes limit from 4 angles: class 2 genuinely overlaps its neighbors · the missing feature is already 87% recovered (R² 0.874) · data is shuffled (no temporal signal) · 6 model families fail on the same 701 rows. Proving the limit beats chasing public-LB noise.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